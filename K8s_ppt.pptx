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2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in Production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Flask app with Deployments, Services, Ingress, ConfigMaps, Secrets and autoscaling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parvvaresh/flask-k8s-production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914400"/>
            <a:ext cx="1371600" cy="1371600"/>
          </a:xfrm>
          <a:prstGeom prst="ellipse">
            <a:avLst/>
          </a:prstGeom>
          <a:solidFill>
            <a:srgbClr val="326CE5"/>
          </a:solidFill>
          <a:ln w="25400">
            <a:solidFill>
              <a:srgbClr val="326CE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03120"/>
            <a:ext cx="1371600" cy="1371600"/>
          </a:xfrm>
          <a:prstGeom prst="ellipse">
            <a:avLst/>
          </a:prstGeom>
          <a:solidFill>
            <a:srgbClr val="1E3A6E"/>
          </a:solidFill>
          <a:ln w="25400">
            <a:solidFill>
              <a:srgbClr val="326CE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103120"/>
            <a:ext cx="1371600" cy="1371600"/>
          </a:xfrm>
          <a:prstGeom prst="ellipse">
            <a:avLst/>
          </a:prstGeom>
          <a:solidFill>
            <a:srgbClr val="1E3A6E"/>
          </a:solidFill>
          <a:ln w="25400">
            <a:solidFill>
              <a:srgbClr val="326CE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 web app is easy. Running it reliably is not.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dies and the app stays down until someone restarts 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7373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instances cannot follow demand.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and secrets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settings baked into the image or the code.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releases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Hand-run deployments are slow and error-prone.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and its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message plus the app version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status, used by Kubernetes probes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/secret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API_KEY from the environment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come from env vars: APP_MESSAGE, APP_VERSION, API_KEY. Served by gunicorn on port 5000 in a python:3.11-slim image.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280160"/>
            <a:ext cx="3749040" cy="3429000"/>
          </a:xfrm>
          <a:prstGeom prst="roundRect">
            <a:avLst>
              <a:gd name="adj" fmla="val 2133"/>
            </a:avLst>
          </a:prstGeom>
          <a:solidFill>
            <a:srgbClr val="0B1D3A"/>
          </a:solidFill>
          <a:ln>
            <a:solidFill>
              <a:srgbClr val="0B1D3A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            Flask app + tests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     image definition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configmap.yaml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deployment.yaml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hpa.yaml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ci, docker-build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deploy, pr-checks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KUBERNETES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Kubernetes?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container orchestrator, originally built at Google and now maintained by the CNCF. You declare the desired state; Kubernetes keeps reality matching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failed containers and replaces lost pods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 removes replicas as demand changes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address with load balancing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new versions without downtime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KUBERNETES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cluster is built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2540" tIns="2540" rIns="2540" bIns="254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28016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2540" tIns="2540" rIns="2540" bIns="254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202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788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manager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9202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88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788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pods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should run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what was decided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2971800"/>
            <a:ext cx="548640" cy="0"/>
          </a:xfrm>
          <a:prstGeom prst="line">
            <a:avLst/>
          </a:prstGeom>
          <a:noFill/>
          <a:ln w="31750">
            <a:solidFill>
              <a:srgbClr val="326CE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KUBERNETES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building blocks we 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unit: our Flask container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desired number of pods running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internal endpoint for pods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 from outside the cluster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632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space named demo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0632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settings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632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values like the API key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0632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based on CPU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OUR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deployment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9F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namespace: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3317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flask.local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3317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flask-svc :80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2788920"/>
            <a:ext cx="274320" cy="0"/>
          </a:xfrm>
          <a:prstGeom prst="line">
            <a:avLst/>
          </a:prstGeom>
          <a:noFill/>
          <a:ln w="3175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788920"/>
            <a:ext cx="274320" cy="0"/>
          </a:xfrm>
          <a:prstGeom prst="line">
            <a:avLst/>
          </a:prstGeom>
          <a:noFill/>
          <a:ln w="3175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03520" y="2788920"/>
            <a:ext cx="548640" cy="0"/>
          </a:xfrm>
          <a:prstGeom prst="line">
            <a:avLst/>
          </a:prstGeom>
          <a:noFill/>
          <a:ln w="31750">
            <a:solidFill>
              <a:srgbClr val="326CE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852160" y="150876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524" tIns="1524" rIns="1524" bIns="152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3 replicas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0116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pod 1 · :5000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60604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pod 2 · :5000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2004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pod 3 · :5000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· env vars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0233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· API_KEY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0233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· 2 to 6 pods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OUR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Namespace, ConfigMap and Secret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0B1D3A"/>
          </a:solidFill>
          <a:ln>
            <a:solidFill>
              <a:srgbClr val="0B1D3A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ConfigMap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flask-config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demo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APP_MESSAGE: "Hello from ConfigMap!"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APP_VERSION: "1.0"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8016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0B1D3A"/>
          </a:solidFill>
          <a:ln>
            <a:solidFill>
              <a:srgbClr val="0B1D3A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Secret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flask-secret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demo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Opaque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stringData: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API_KEY: "super-secret-key"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demo groups and isolates every resource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live outside the image: change them without a rebuild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Heads-up: Secrets are only base64-encoded, and this repo commits the value in plain text. Fine for a demo; use a secret manager in 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OUR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running the pods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0B1D3A"/>
          </a:solidFill>
          <a:ln>
            <a:solidFill>
              <a:srgbClr val="0B1D3A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simplified excerpt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flask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flask-k8s-demo:1.0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port: 5000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APP_MESSAGE &lt;- ConfigMap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APP_VERSION &lt;- ConfigMap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     &lt;- Secret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readinessProbe: GET /health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livenessProbe:  GET /health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 100m CPU, 128Mi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limits:   300m CPU, 256Mi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share load and survive a failure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24688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on /health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gates traffic; liveness restarts a stuck pod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36576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EAF1FD"/>
          </a:solidFill>
          <a:ln>
            <a:solidFill>
              <a:srgbClr val="EAF1FD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limits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placement and caps CPU and memory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OUR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Service, Ingress and autoscaling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→ 5000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 flask-svc selects app=flask-app and balances traffic across the pods.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flask.local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path / to flask-svc on port 80. Needs an ingress controller.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6 pods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060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Deployment at 50% average CPU, measured against the 100m request. Needs metrics-server.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OUR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image, apply the manifests</a:t>
            </a:r>
            <a:endParaRPr lang="en-US" sz="3000" dirty="0"/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Docker build: 10/10 steps finished</a:t>
            </a:r>
          </a:p>
        </p:txBody>
      </p:sp>
      <p:pic>
        <p:nvPicPr>
          <p:cNvPr id="5" name="Screenshot docker" descr="Terminal output of docker build -t flask-k8s-demo:1.0 finishing all 10 steps in 16.9 seco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608"/>
            <a:ext cx="4937760" cy="2391032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ommand"/>
          <p:cNvSpPr/>
          <p:nvPr/>
        </p:nvSpPr>
        <p:spPr>
          <a:xfrm>
            <a:off x="457200" y="3931920"/>
            <a:ext cx="4937760" cy="384048"/>
          </a:xfrm>
          <a:prstGeom prst="roundRect">
            <a:avLst>
              <a:gd name="adj" fmla="val 12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100">
                <a:solidFill>
                  <a:srgbClr val="E6EEFB"/>
                </a:solidFill>
                <a:latin typeface="Courier New"/>
              </a:rPr>
              <a:t>docker build -t flask-k8s-demo:1.0 .</a:t>
            </a:r>
          </a:p>
        </p:txBody>
      </p:sp>
      <p:sp>
        <p:nvSpPr>
          <p:cNvPr id="7" name="Command"/>
          <p:cNvSpPr/>
          <p:nvPr/>
        </p:nvSpPr>
        <p:spPr>
          <a:xfrm>
            <a:off x="457200" y="4370832"/>
            <a:ext cx="4937760" cy="384048"/>
          </a:xfrm>
          <a:prstGeom prst="roundRect">
            <a:avLst>
              <a:gd name="adj" fmla="val 12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100">
                <a:solidFill>
                  <a:srgbClr val="E6EEFB"/>
                </a:solidFill>
                <a:latin typeface="Courier New"/>
              </a:rPr>
              <a:t>kubectl apply -f .\k8s\&lt;file&gt;.yaml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5669280" y="12344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Manifests applied one by one</a:t>
            </a:r>
          </a:p>
        </p:txBody>
      </p:sp>
      <p:pic>
        <p:nvPicPr>
          <p:cNvPr id="9" name="Screenshot apply" descr="Terminal output of kubectl apply creating the namespace, configmap, secret, deployment and serv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435608"/>
            <a:ext cx="3017520" cy="1311514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10" name="Card Image built"/>
          <p:cNvSpPr/>
          <p:nvPr/>
        </p:nvSpPr>
        <p:spPr>
          <a:xfrm>
            <a:off x="5669280" y="3017520"/>
            <a:ext cx="3017520" cy="8001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Image built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python:3.11-slim base, tagged flask-k8s-demo:1.0, build time 16.9s.</a:t>
            </a:r>
          </a:p>
        </p:txBody>
      </p:sp>
      <p:sp>
        <p:nvSpPr>
          <p:cNvPr id="11" name="Card Applied in order"/>
          <p:cNvSpPr/>
          <p:nvPr/>
        </p:nvSpPr>
        <p:spPr>
          <a:xfrm>
            <a:off x="5669280" y="3954780"/>
            <a:ext cx="3017520" cy="8001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Applied in order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Namespace, ConfigMap and Secret first, then Deployment and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OUR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rollout</a:t>
            </a:r>
            <a:endParaRPr lang="en-US" sz="3000" dirty="0"/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rollout status, get pods and get svc</a:t>
            </a:r>
          </a:p>
        </p:txBody>
      </p:sp>
      <p:pic>
        <p:nvPicPr>
          <p:cNvPr id="5" name="Screenshot rollout" descr="Rollout succeeded; three flask-app pods Running with 0 restarts and the flask-svc ClusterIP service on port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608"/>
            <a:ext cx="5577840" cy="1663713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ption"/>
          <p:cNvSpPr txBox="1"/>
          <p:nvPr/>
        </p:nvSpPr>
        <p:spPr>
          <a:xfrm>
            <a:off x="457200" y="3263913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pods, EndpointSlice and deployment</a:t>
            </a:r>
          </a:p>
        </p:txBody>
      </p:sp>
      <p:pic>
        <p:nvPicPr>
          <p:cNvPr id="7" name="Screenshot verify" descr="Three pods with IPs, an EndpointSlice on port 5000 listing all three, and the deployment at 3/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65081"/>
            <a:ext cx="5577840" cy="976122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8" name="Card 3 pods Running"/>
          <p:cNvSpPr/>
          <p:nvPr/>
        </p:nvSpPr>
        <p:spPr>
          <a:xfrm>
            <a:off x="6309359" y="123444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3 pods Running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Rollout finished with all replicas ready and 0 restarts.</a:t>
            </a:r>
          </a:p>
        </p:txBody>
      </p:sp>
      <p:sp>
        <p:nvSpPr>
          <p:cNvPr id="9" name="Card Service on port 80"/>
          <p:cNvSpPr/>
          <p:nvPr/>
        </p:nvSpPr>
        <p:spPr>
          <a:xfrm>
            <a:off x="6309359" y="243840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Service on port 80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ClusterIP flask-svc sends traffic to container port 5000.</a:t>
            </a:r>
          </a:p>
        </p:txBody>
      </p:sp>
      <p:sp>
        <p:nvSpPr>
          <p:cNvPr id="10" name="Card Endpoints match"/>
          <p:cNvSpPr/>
          <p:nvPr/>
        </p:nvSpPr>
        <p:spPr>
          <a:xfrm>
            <a:off x="6309359" y="364236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Endpoints match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The EndpointSlice lists all 3 pod IPs; deployment reads 3/3.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Self-healing: delete a pod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Delete one of the three pods by hand</a:t>
            </a:r>
          </a:p>
        </p:txBody>
      </p:sp>
      <p:pic>
        <p:nvPicPr>
          <p:cNvPr id="5" name="Screenshot delete" descr="kubectl delete pod removing one flask-app pod from the demo namesp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5577840" cy="1000730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ption"/>
          <p:cNvSpPr txBox="1"/>
          <p:nvPr/>
        </p:nvSpPr>
        <p:spPr>
          <a:xfrm>
            <a:off x="457200" y="260093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A replacement is already running</a:t>
            </a:r>
          </a:p>
        </p:txBody>
      </p:sp>
      <p:pic>
        <p:nvPicPr>
          <p:cNvPr id="7" name="Screenshot replaced" descr="Watch output showing a new pod created and Running next to the two original po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02098"/>
            <a:ext cx="5577840" cy="1155769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8" name="Card Pod deleted"/>
          <p:cNvSpPr/>
          <p:nvPr/>
        </p:nvSpPr>
        <p:spPr>
          <a:xfrm>
            <a:off x="6309359" y="123444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Pod deleted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kubectl delete pod removes one of the three replicas.</a:t>
            </a:r>
          </a:p>
        </p:txBody>
      </p:sp>
      <p:sp>
        <p:nvSpPr>
          <p:cNvPr id="9" name="Card ReplicaSet reacts"/>
          <p:cNvSpPr/>
          <p:nvPr/>
        </p:nvSpPr>
        <p:spPr>
          <a:xfrm>
            <a:off x="6309359" y="243840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ReplicaSet reacts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A new pod is created to restore the desired count of 3.</a:t>
            </a:r>
          </a:p>
        </p:txBody>
      </p:sp>
      <p:sp>
        <p:nvSpPr>
          <p:cNvPr id="10" name="Card No manual step"/>
          <p:cNvSpPr/>
          <p:nvPr/>
        </p:nvSpPr>
        <p:spPr>
          <a:xfrm>
            <a:off x="6309359" y="364236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No manual step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Three pods are back to 1/1 Running on their 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Scaling by hand: 3 to 5 replicas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kubectl scale deployment flask-app --replicas=5</a:t>
            </a:r>
          </a:p>
        </p:txBody>
      </p:sp>
      <p:pic>
        <p:nvPicPr>
          <p:cNvPr id="5" name="Screenshot scale" descr="Scaling the deployment from 3 to 5 replicas, with two new pods Running after 25 seconds and the deployment at 5/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5577840" cy="2512933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rd One command"/>
          <p:cNvSpPr/>
          <p:nvPr/>
        </p:nvSpPr>
        <p:spPr>
          <a:xfrm>
            <a:off x="6309359" y="123444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One command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scale sets the replica count; the Deployment does the rest.</a:t>
            </a:r>
          </a:p>
        </p:txBody>
      </p:sp>
      <p:sp>
        <p:nvSpPr>
          <p:cNvPr id="7" name="Card New pods in seconds"/>
          <p:cNvSpPr/>
          <p:nvPr/>
        </p:nvSpPr>
        <p:spPr>
          <a:xfrm>
            <a:off x="6309359" y="243840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New pods in seconds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Two pods, 25s old, joined the three existing ones.</a:t>
            </a:r>
          </a:p>
        </p:txBody>
      </p:sp>
      <p:sp>
        <p:nvSpPr>
          <p:cNvPr id="8" name="Card Deployment 5/5"/>
          <p:cNvSpPr/>
          <p:nvPr/>
        </p:nvSpPr>
        <p:spPr>
          <a:xfrm>
            <a:off x="6309359" y="364236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Deployment 5/5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READY, UP-TO-DATE and AVAILABLE all reach 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Rolling update: v1.0 to v2.0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451672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Health check, set APP_VERSION=2.0, then rollout</a:t>
            </a:r>
          </a:p>
        </p:txBody>
      </p:sp>
      <p:pic>
        <p:nvPicPr>
          <p:cNvPr id="5" name="Screenshot roll_v1" descr="/health returns version 1.0, then kubectl set env updates APP_VERSION to 2.0 and new pods roll 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4516729" cy="1848456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ption"/>
          <p:cNvSpPr txBox="1"/>
          <p:nvPr/>
        </p:nvSpPr>
        <p:spPr>
          <a:xfrm>
            <a:off x="457200" y="3448656"/>
            <a:ext cx="451672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After the rollout, /health reports 2.0</a:t>
            </a:r>
          </a:p>
        </p:txBody>
      </p:sp>
      <p:pic>
        <p:nvPicPr>
          <p:cNvPr id="7" name="Screenshot roll_v2" descr="curl of /health returning status ok and version 2.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49824"/>
            <a:ext cx="4516729" cy="1059336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8" name="Card No rebuild needed"/>
          <p:cNvSpPr/>
          <p:nvPr/>
        </p:nvSpPr>
        <p:spPr>
          <a:xfrm>
            <a:off x="5248249" y="1234440"/>
            <a:ext cx="343855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No rebuild needed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kubectl set env changed APP_VERSION; the image stayed the same.</a:t>
            </a:r>
          </a:p>
        </p:txBody>
      </p:sp>
      <p:sp>
        <p:nvSpPr>
          <p:cNvPr id="9" name="Card Pods replaced"/>
          <p:cNvSpPr/>
          <p:nvPr/>
        </p:nvSpPr>
        <p:spPr>
          <a:xfrm>
            <a:off x="5248249" y="2438400"/>
            <a:ext cx="343855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Pods replaced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New pods (hash 66489f8b6) took over from the old ones (8d9586f8d).</a:t>
            </a:r>
          </a:p>
        </p:txBody>
      </p:sp>
      <p:sp>
        <p:nvSpPr>
          <p:cNvPr id="10" name="Card Checked from outside"/>
          <p:cNvSpPr/>
          <p:nvPr/>
        </p:nvSpPr>
        <p:spPr>
          <a:xfrm>
            <a:off x="5248249" y="3642360"/>
            <a:ext cx="343855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Checked from outside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/health on localhost:8081 answered 1.0 before and 2.0 after.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Rollback in one command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rollout undo, status, pods, health check and history</a:t>
            </a:r>
          </a:p>
        </p:txBody>
      </p:sp>
      <p:pic>
        <p:nvPicPr>
          <p:cNvPr id="5" name="Screenshot undo" descr="kubectl rollout undo returns the deployment to the previous revision, health check shows version 1.0 and history lists revisions 2 an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5577840" cy="2220678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rd rollout undo"/>
          <p:cNvSpPr/>
          <p:nvPr/>
        </p:nvSpPr>
        <p:spPr>
          <a:xfrm>
            <a:off x="6309359" y="123444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rollout undo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Returns the Deployment to its previous revision and replaces the pods.</a:t>
            </a:r>
          </a:p>
        </p:txBody>
      </p:sp>
      <p:sp>
        <p:nvSpPr>
          <p:cNvPr id="7" name="Card Version is 1.0 again"/>
          <p:cNvSpPr/>
          <p:nvPr/>
        </p:nvSpPr>
        <p:spPr>
          <a:xfrm>
            <a:off x="6309359" y="243840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Version is 1.0 again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/health answers 1.0 once the rollback has finished.</a:t>
            </a:r>
          </a:p>
        </p:txBody>
      </p:sp>
      <p:sp>
        <p:nvSpPr>
          <p:cNvPr id="8" name="Card History and a caveat"/>
          <p:cNvSpPr/>
          <p:nvPr/>
        </p:nvSpPr>
        <p:spPr>
          <a:xfrm>
            <a:off x="6309359" y="364236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History and a caveat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Revisions 2 and 3 are kept. Undo skips last-applied, so re-apply the YAML.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Metrics and the HPA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493122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kubectl top and get hpa</a:t>
            </a:r>
          </a:p>
        </p:txBody>
      </p:sp>
      <p:pic>
        <p:nvPicPr>
          <p:cNvPr id="5" name="Screenshot top" descr="Node and pod CPU and memory usage, and the flask-hpa showing 1 percent of a 50 percent CPU target with 2 replic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4931222" cy="987697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ption"/>
          <p:cNvSpPr txBox="1"/>
          <p:nvPr/>
        </p:nvSpPr>
        <p:spPr>
          <a:xfrm>
            <a:off x="457200" y="2587897"/>
            <a:ext cx="493122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kubectl describe hpa: conditions and events</a:t>
            </a:r>
          </a:p>
        </p:txBody>
      </p:sp>
      <p:pic>
        <p:nvPicPr>
          <p:cNvPr id="7" name="Screenshot descr" descr="Describe output for flask-hpa with min 2, max 6 replicas, conditions and early metric warn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89065"/>
            <a:ext cx="4931222" cy="1920095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8" name="Card metrics-server"/>
          <p:cNvSpPr/>
          <p:nvPr/>
        </p:nvSpPr>
        <p:spPr>
          <a:xfrm>
            <a:off x="5662742" y="1234440"/>
            <a:ext cx="3024057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metrics-server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top nodes and top pods read the same data the HPA uses.</a:t>
            </a:r>
          </a:p>
        </p:txBody>
      </p:sp>
      <p:sp>
        <p:nvSpPr>
          <p:cNvPr id="9" name="Card Idle at the minimum"/>
          <p:cNvSpPr/>
          <p:nvPr/>
        </p:nvSpPr>
        <p:spPr>
          <a:xfrm>
            <a:off x="5662742" y="2438400"/>
            <a:ext cx="3024057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Idle at the minimum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CPU at 1% of the 50% target keeps replicas at 2.</a:t>
            </a:r>
          </a:p>
        </p:txBody>
      </p:sp>
      <p:sp>
        <p:nvSpPr>
          <p:cNvPr id="10" name="Card Early warnings"/>
          <p:cNvSpPr/>
          <p:nvPr/>
        </p:nvSpPr>
        <p:spPr>
          <a:xfrm>
            <a:off x="5662742" y="3642360"/>
            <a:ext cx="3024057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Early warnings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FailedGetResourceMetric appeared before the metrics API was ready.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Autoscaling under load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kubectl get hpa flask-hpa -n demo -w</a:t>
            </a:r>
          </a:p>
        </p:txBody>
      </p:sp>
      <p:pic>
        <p:nvPicPr>
          <p:cNvPr id="5" name="Screenshot hpa" descr="Watch of the HPA during a load test: CPU rises above the 10 percent target, replicas go from 2 to 5, then back down to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5577840" cy="2553359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rd Lower demo target"/>
          <p:cNvSpPr/>
          <p:nvPr/>
        </p:nvSpPr>
        <p:spPr>
          <a:xfrm>
            <a:off x="6309359" y="123444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Lower demo target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This run uses a 10% CPU target so scaling shows quickly.</a:t>
            </a:r>
          </a:p>
        </p:txBody>
      </p:sp>
      <p:sp>
        <p:nvSpPr>
          <p:cNvPr id="7" name="Card Scale up"/>
          <p:cNvSpPr/>
          <p:nvPr/>
        </p:nvSpPr>
        <p:spPr>
          <a:xfrm>
            <a:off x="6309359" y="243840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Scale up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CPU passed the target and replicas went 2, 3, then 5.</a:t>
            </a:r>
          </a:p>
        </p:txBody>
      </p:sp>
      <p:sp>
        <p:nvSpPr>
          <p:cNvPr id="8" name="Card Scale down"/>
          <p:cNvSpPr/>
          <p:nvPr/>
        </p:nvSpPr>
        <p:spPr>
          <a:xfrm>
            <a:off x="6309359" y="3642360"/>
            <a:ext cx="237744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Scale down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CPU fell to 1%; a few minutes later replicas dropped back to 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spc="200">
                <a:solidFill>
                  <a:srgbClr val="326CE5"/>
                </a:solidFill>
                <a:latin typeface="Calibri"/>
              </a:rPr>
              <a:t>PART 3 · OUR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>
                <a:solidFill>
                  <a:srgbClr val="0B1D3A"/>
                </a:solidFill>
                <a:latin typeface="Cambria"/>
              </a:rPr>
              <a:t>Pods during scale-up and scale-down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123444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>
                <a:solidFill>
                  <a:srgbClr val="5B6B84"/>
                </a:solidFill>
                <a:latin typeface="Calibri"/>
              </a:rPr>
              <a:t>kubectl get pods -n demo -w across the test</a:t>
            </a:r>
          </a:p>
        </p:txBody>
      </p:sp>
      <p:pic>
        <p:nvPicPr>
          <p:cNvPr id="5" name="Screenshot podswatch" descr="Pod watch showing new pods going Pending, ContainerCreating, Running and later Termina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8"/>
            <a:ext cx="4023360" cy="3212929"/>
          </a:xfrm>
          <a:prstGeom prst="rect">
            <a:avLst/>
          </a:prstGeom>
          <a:ln w="9525">
            <a:solidFill>
              <a:srgbClr val="C9D6F2"/>
            </a:solidFill>
          </a:ln>
        </p:spPr>
      </p:pic>
      <p:sp>
        <p:nvSpPr>
          <p:cNvPr id="6" name="Card Pending to Running"/>
          <p:cNvSpPr/>
          <p:nvPr/>
        </p:nvSpPr>
        <p:spPr>
          <a:xfrm>
            <a:off x="4754880" y="1234440"/>
            <a:ext cx="393192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Pending to Running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New pods are Ready (1/1) about 7 seconds after they appear.</a:t>
            </a:r>
          </a:p>
        </p:txBody>
      </p:sp>
      <p:sp>
        <p:nvSpPr>
          <p:cNvPr id="7" name="Card Three pods added"/>
          <p:cNvSpPr/>
          <p:nvPr/>
        </p:nvSpPr>
        <p:spPr>
          <a:xfrm>
            <a:off x="4754880" y="2438400"/>
            <a:ext cx="393192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Three pods added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Three new pods joined the original two, matching the HPA's 5 replicas.</a:t>
            </a:r>
          </a:p>
        </p:txBody>
      </p:sp>
      <p:sp>
        <p:nvSpPr>
          <p:cNvPr id="8" name="Card Graceful scale-down"/>
          <p:cNvSpPr/>
          <p:nvPr/>
        </p:nvSpPr>
        <p:spPr>
          <a:xfrm>
            <a:off x="4754880" y="3642360"/>
            <a:ext cx="3931920" cy="10668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D3A"/>
                </a:solidFill>
                <a:latin typeface="Calibri"/>
              </a:rPr>
              <a:t>Graceful scale-down</a:t>
            </a:r>
          </a:p>
          <a:p>
            <a:pPr algn="l"/>
            <a:r>
              <a:rPr sz="1200">
                <a:solidFill>
                  <a:srgbClr val="1B2A41"/>
                </a:solidFill>
                <a:latin typeface="Calibri"/>
              </a:rPr>
              <a:t>Extra pods show Terminating, then Completed, as load falls.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keeps the desired state: 3 healthy pods, always reachable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65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and secrets live outside the image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and Ingress give one stable entry point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37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scales 2 to 6 pods on CPU; probes give self-healing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326CE5"/>
          </a:solidFill>
          <a:ln>
            <a:solidFill>
              <a:srgbClr val="326C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adds CI, image builds and a manual deploy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DB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https://github.com/satts27/K8s_MLOps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1428</Words>
  <Application>Microsoft Office PowerPoint</Application>
  <PresentationFormat>On-screen Show (16:9)</PresentationFormat>
  <Paragraphs>263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in Production: Flask App</dc:title>
  <dc:subject>PptxGenJS Presentation</dc:subject>
  <dc:creator>PptxGenJS</dc:creator>
  <cp:lastModifiedBy>Surya Ganiga</cp:lastModifiedBy>
  <cp:revision>2</cp:revision>
  <dcterms:created xsi:type="dcterms:W3CDTF">2026-10-16T13:47:33Z</dcterms:created>
  <dcterms:modified xsi:type="dcterms:W3CDTF">2026-10-16T20:22:14Z</dcterms:modified>
</cp:coreProperties>
</file>